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云图地图科技组织 mapping 压力测试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赵知行现任地图云事业群总经理，钱承泽在导航与路线规划事业部做导航算法副总裁，钱承泽汇报给赵知行。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孙亦航在路线规划算法部做路线规划算法部负责人，孙亦航 report to 钱承泽。李清越在路线规划算法部做高级路径算法专家，李清越汇报给孙亦航。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截图型组织图页：内置高信息密度组织图截图，应触发图片页复核提醒</a:t>
            </a:r>
            <a:endParaRPr lang="en-US" sz="1800" dirty="0"/>
          </a:p>
        </p:txBody>
      </p:sp>
      <p:pic>
        <p:nvPicPr>
          <p:cNvPr id="3" name="Image 0" descr="C:\Users\19080\Documents\Mapping工具包\outputs\dirty-stress-100p\cloudmap-screenshot-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11064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访谈与会议截图页：内置第二张资料截图，模拟 HR 原始笔记</a:t>
            </a:r>
            <a:endParaRPr lang="en-US" sz="1800" dirty="0"/>
          </a:p>
        </p:txBody>
      </p:sp>
      <p:pic>
        <p:nvPicPr>
          <p:cNvPr id="3" name="Image 0" descr="C:\Users\19080\Documents\Mapping工具包\outputs\dirty-stress-100p\cloudmap-screenshot-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31520"/>
            <a:ext cx="1106424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金向南汇报给李清越，但另一条候选人口径说金向南汇报给孙亦航。秦青禾已经离职。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云图地图科技组织 mapping 压力测试</dc:title>
  <dc:subject>虚拟组织架构 mapping 脏数据</dc:subject>
  <dc:creator>Codex dirty stress generator</dc:creator>
  <cp:lastModifiedBy>Codex dirty stress generator</cp:lastModifiedBy>
  <cp:revision>1</cp:revision>
  <dcterms:created xsi:type="dcterms:W3CDTF">2026-06-02T20:27:56Z</dcterms:created>
  <dcterms:modified xsi:type="dcterms:W3CDTF">2026-06-02T20:27:56Z</dcterms:modified>
</cp:coreProperties>
</file>